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PITCH DECK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APP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85216" y="1325880"/>
            <a:ext cx="5212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Online Laboratory Information Management System for Nigerian diagnostic laboratories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" y="213055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05740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Website: lims.tapxora.com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585216" y="260604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53288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for patient registration, sample tracking, results, reporting, billing, inventory, accounting, and online operations.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85216" y="308152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300837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Contact: 07067038882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1280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Online LIMS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66560" y="17830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Patients -&gt; Samples -&gt; Results -&gt; Billing -&gt; Finance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2377440"/>
            <a:ext cx="841248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258775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863840" y="2377440"/>
            <a:ext cx="841248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258775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961120" y="2377440"/>
            <a:ext cx="841248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0" y="258775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0058400" y="2377440"/>
            <a:ext cx="841248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9840" y="258775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INVESTORS SHOULD UNDERSTAND FIRST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Snapshot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is a web-based operating system for small and mid-sized laboratories.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 is designed around Nigerian field realities: paper-heavy workflows, fragmented billing, weak traceability, and limited operational reporting.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brings clinical workflow and business workflow into one system: samples, results, reports, inventory, payments, expenses, and revenue analysis.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investor-sensitive data to insert: live customer count, monthly revenue, pipeline value, deployment cost, and churn.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66928" y="5504688"/>
            <a:ext cx="5440680" cy="658368"/>
          </a:xfrm>
          <a:prstGeom prst="roundRect">
            <a:avLst>
              <a:gd name="adj" fmla="val 5556"/>
            </a:avLst>
          </a:prstGeom>
          <a:solidFill>
            <a:srgbClr val="EEF8F7"/>
          </a:solidFill>
          <a:ln w="12700">
            <a:solidFill>
              <a:srgbClr val="BEE3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687568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Positioning: practical lab infrastructure for markets where connectivity cannot be assumed.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workflow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based access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reports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visibility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PAIN POINTS IN NIGERIAN LABS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and disconnected workflows interrupt patient registration, result entry, reporting, billing, and end-of-day reconciliation.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labs still depend on notebooks, spreadsheets, paper receipts, manual result templates, and disconnected inventory records.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traceability is weak when sample IDs, patient IDs, collection status, and result status are not tied into one workflow.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visibility is often delayed: owners may not know daily revenue, unpaid invoices, test-by-test income, expenses, and inventory-driven costs in one place.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workflows increase rework, misplaced results, delayed verification, billing leakage, and inconsistent patient experience.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Connectivity interruptions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Paper records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Billing leakage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traceability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secure, browser-based LIMS built with Next.js, Supabase, and role-based workflows.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the lab journey from patient registration to sample collection, result entry, verification, reporting, billing, accounting, and inventory.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online updates keep staff working from one central database without sync conflicts.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Professional PDF reports and thermal-printer receipt support help labs look more credible while improving internal controls.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supports Admin, Receptionist, Lab Scientist, HOD of Lab / Chief Scientist, and Accountant workflows.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workflow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based access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reports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visibility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SCREENSHOT-STYLE WORKFLOW 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Features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directory with search, age display, patient history, and admin edit/delete controls.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catalogue with category-based selection for Haematology, Blood Group Serology, Microbiology, Chemical Pathology, and Histopathology.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IDs use a date-coded 7-digit format, making collection dates traceable from the sample code.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 entry supports numeric, text, dropdown, and positive/negative test types.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Verification and reporting are separated so technicians enter results and the HOD of Lab / Chief Scientist approves them.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75120" y="1188720"/>
            <a:ext cx="4617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75120" y="1188720"/>
            <a:ext cx="4617720" cy="292608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1261872"/>
            <a:ext cx="4343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839712" y="1627632"/>
            <a:ext cx="4288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Samples collected today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839712" y="1938528"/>
            <a:ext cx="4288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 verified today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839712" y="2249424"/>
            <a:ext cx="4288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 reported today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675120" y="2651760"/>
            <a:ext cx="22402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0" y="2651760"/>
            <a:ext cx="2240280" cy="29260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2724912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request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839712" y="309067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dropdown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39712" y="3401568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dropdown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839712" y="3712464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7-digit Sample ID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052560" y="2651760"/>
            <a:ext cx="22402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0" y="2651760"/>
            <a:ext cx="2240280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89720" y="2724912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217152" y="3090672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by date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9217152" y="3401568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by Sample ID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217152" y="3712464"/>
            <a:ext cx="1911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H/L result flags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WORKFLOW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Tracking And Reports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Workflow: Registered -&gt; Collected -&gt; In Progress -&gt; Results Entered -&gt; Verified -&gt; Reported.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sample carries a barcode/QR-ready sample ID and custody events for chain-of-custody visibility.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 are grouped by date and Sample ID for traceability, printing, and download.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Out-of-range numeric results are shown clinically with H for high and L for low, using red for visibility.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patient with multiple tests can receive a consolidated report grouped by sample rather than scattered paper sheets.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75120" y="1280160"/>
            <a:ext cx="111556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48272" y="14630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Registered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092440" y="1280160"/>
            <a:ext cx="111556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14630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509760" y="1280160"/>
            <a:ext cx="111556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82912" y="146304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675120" y="2240280"/>
            <a:ext cx="111556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48272" y="242316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092440" y="2240280"/>
            <a:ext cx="111556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65592" y="242316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509760" y="2240280"/>
            <a:ext cx="111556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82912" y="2423160"/>
            <a:ext cx="969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766560" y="347472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ID: MMDD###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FOR LAB RELIABILITY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Online-First Advantage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authorized staff member sees the same central Supabase data without local sync conflicts.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database writes make patient registration, sample movement, billing, and reports reflect quickly across modules.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Server-side RLS and RPC functions keep sensitive clinical and financial operations controlled.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Netlify deployment reduces installation friction and keeps updates easy to roll out.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architecture prioritizes speed, predictable behavior, and simpler public hosting.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database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updates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RLS security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Netlify hosting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 VISIBILITY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Financial Reports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invoices are created from selected tests and catalogue prices.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Payment status supports Paid, Partial, and Unpaid tracking.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Thermal receipt printing supports everyday front-desk payment operations.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 dashboard shows money received, tests billed, totals, and test category income analysis.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Expense and inventory-cost tracking help owners understand monthly costs and operational margins.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Invoices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Expenses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FILL VERIFIED MARKET NUMBERS BEFORE FUNDRAISING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 In Nigeria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customers: private diagnostic laboratories, hospital labs, clinic labs, specialist labs, and growing lab chains.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profiles: lab owners, medical directors, operations managers, and finance/admin leads.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Adoption pressure: professional reporting, auditability, revenue control, faster turnaround time, and operational visibility.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size to insert: number of target labs in Nigeria: __________.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Pricing benchmark to insert: current monthly spend on software, paper, admin labor, and lost billing leakage: __________.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5504688"/>
            <a:ext cx="5440680" cy="658368"/>
          </a:xfrm>
          <a:prstGeom prst="roundRect">
            <a:avLst>
              <a:gd name="adj" fmla="val 5556"/>
            </a:avLst>
          </a:prstGeom>
          <a:solidFill>
            <a:srgbClr val="EEF8F7"/>
          </a:solidFill>
          <a:ln w="12700">
            <a:solidFill>
              <a:srgbClr val="BEE3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5687568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fabricated TAM/SAM/SOM included. Add verified market data before investor distribution.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workflow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based access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reports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visibility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PATHS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Subscription SaaS by facility or branch.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Tiered plans based on lab size, number of users, number of monthly tests, and advanced finance/reporting needs.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and onboarding fee for setup, staff training, data migration, and report customization.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add-ons: WhatsApp/SMS delivery, custom report templates, multi-branch analytics, and advanced accounting exports.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Potential enterprise plan for lab chains, hospitals, and multi-location diagnostic groups.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Subscription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fee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Add-ons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TAPXORA CAN WIN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Advantage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online workflow is central, not an afterthought.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around Nigerian laboratory and owner needs, including billing, receipts, expenses, and inventory.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samples, verification, audit logs, and grouped reports improve clinical quality control.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helps owners separate receptionist, scientist, HOD/chief scientist, accountant, and admin responsibilities.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web deployment reduces installation friction while keeping the system easy to maintain.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Online-first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Nigeria-focused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 + clinical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ready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PRODUCT AND NEXT MILESTONES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 / Roadmap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product: authentication, role management, patients, test catalogue, sample tracking, result entry, verification, reporting, billing, inventory, accounting, dashboards, and audit logs.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traction to insert: pilots, active labs, monthly active users, tests processed, revenue, or signed LOIs: __________.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milestones: user acceptance testing, live deployment hardening, training materials, SMS/WhatsApp delivery, multi-branch administration, and deeper financial exports.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metric to insert: target number of pilot laboratories in next 3 to 6 months: __________.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metric to insert: target paid deployments in next 12 months: __________.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Harden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CONFIDENCE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Implementation, Security &amp; Compliance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authentication and PostgreSQL Row Level Security protect facility data boundaries.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UI and route protection reduce accidental exposure of sensitive workflows.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logs record important actions across clinical and admin workflows.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NDPR consent capture is included in patient registration.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items to confirm before enterprise sale: penetration test, backup policy, incident response plan, support SLA, and formal NDPR review.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RLS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NDPR consent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Founder / CEO: ______________________________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Lead: ______________________________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Advisor / Laboratory Scientist: ______________________________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 / Customer Success: ______________________________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 / Partnerships: ______________________________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566928" y="5504688"/>
            <a:ext cx="5440680" cy="658368"/>
          </a:xfrm>
          <a:prstGeom prst="roundRect">
            <a:avLst>
              <a:gd name="adj" fmla="val 5556"/>
            </a:avLst>
          </a:prstGeom>
          <a:solidFill>
            <a:srgbClr val="EEF8F7"/>
          </a:solidFill>
          <a:ln w="12700">
            <a:solidFill>
              <a:srgbClr val="BEE3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5687568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short founder bios, healthcare/lab experience, software experience, and advisory support.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workflow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based access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reports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visibility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 MODEL FOR INVESTOR DISCUSSION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Projections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revenue: NGN __________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revenue: NGN __________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revenue: NGN __________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margin assumption: __________%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assumptions to insert: number of paying labs, monthly subscription price, implementation fee, support cost, cloud cost, churn, and CAC.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MRR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CAC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 CONVERSATION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/ Call To Action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ask: NGN __________ or USD __________.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funds: product hardening, customer onboarding, sales, support, compliance, cloud infrastructure, and training materials.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milestones after funding: __________ paying labs, __________ monthly tests processed, __________ monthly recurring revenue.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role: capital, healthcare distribution relationships, enterprise sales support, and governance.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66928" y="5504688"/>
            <a:ext cx="5440680" cy="658368"/>
          </a:xfrm>
          <a:prstGeom prst="roundRect">
            <a:avLst>
              <a:gd name="adj" fmla="val 5556"/>
            </a:avLst>
          </a:prstGeom>
          <a:solidFill>
            <a:srgbClr val="EEF8F7"/>
          </a:solidFill>
          <a:ln w="12700">
            <a:solidFill>
              <a:srgbClr val="BEE3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687568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to action: fund pilot-to-scale execution for Nigerian labs that need resilient digital infrastructure.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workflow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based access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reports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visibility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84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0F4C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5216" y="1490472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17320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Website: lims.tapxora.com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585216" y="1965960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Phone: 07067038882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85216" y="2441448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36829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Email: ______________________________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5216" y="2916936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4378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Location: ______________________________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85216" y="3392424"/>
            <a:ext cx="73152" cy="73152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1927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link / login access: ______________________________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46520" y="960120"/>
            <a:ext cx="5074920" cy="4343400"/>
          </a:xfrm>
          <a:prstGeom prst="roundRect">
            <a:avLst>
              <a:gd name="adj" fmla="val 1684"/>
            </a:avLst>
          </a:prstGeom>
          <a:solidFill>
            <a:srgbClr val="EAF5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2552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lims.tapxora.com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075420" y="132588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5148" y="155448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07067038882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02552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access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75420" y="2286000"/>
            <a:ext cx="2189988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7E7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5148" y="2514600"/>
            <a:ext cx="19705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follow-up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Tapxora LIMS | lims.tapxora.com | 17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Tapxora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Tapxora LIMS App Investor Pitch</dc:title>
  <dc:subject>Tapxora LIMS investor pitch</dc:subject>
  <dc:creator>Tapxora</dc:creator>
  <cp:lastModifiedBy>Tapxora</cp:lastModifiedBy>
  <cp:revision>1</cp:revision>
  <dcterms:created xsi:type="dcterms:W3CDTF">2026-06-20T01:01:33Z</dcterms:created>
  <dcterms:modified xsi:type="dcterms:W3CDTF">2026-06-20T01:01:33Z</dcterms:modified>
</cp:coreProperties>
</file>